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V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658368" cy="658368"/>
          </a:xfrm>
          <a:prstGeom prst="rect">
            <a:avLst/>
          </a:prstGeom>
          <a:solidFill>
            <a:srgbClr val="062A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3035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430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3A3A3"/>
                </a:solidFill>
              </a:rPr>
              <a:t>AWS Security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627632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55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Detect Misconfigurations.  Get AI-Powered Fix Guidance.  Prove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591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3A3A3"/>
                </a:solidFill>
              </a:rPr>
              <a:t>  10 critical AWS security checks — scans complete in under 2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3A3A3"/>
                </a:solidFill>
              </a:rPr>
              <a:t>  Claude AI executive summaries with prioritised remediation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3A3A3"/>
                </a:solidFill>
              </a:rPr>
              <a:t>  SOC2 / ISO 27001 evidence exports — one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3A3A3"/>
                </a:solidFill>
              </a:rPr>
              <a:t>  $0 stored credentials — read-only IAM role via AWS 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3308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Built solo. Deployed to production. Generating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309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</a:rPr>
              <a:t>Leela Krishna Koppolu  ·  vigilicloud.com  ·  leelakrishnakoppolu@gmail.com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11480"/>
            <a:ext cx="3291840" cy="6035040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53035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LIVE SCAN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841248"/>
            <a:ext cx="3017520" cy="2743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9601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🪣  S3 Bucket 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10149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4173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🔑  Root Access Keys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14721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87451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🔐  IAM Over-Permission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19293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331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📱  MFA Not Enforced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23865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7889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🛡️   Open Security 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2843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🗄️   RDS Unencrypted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33009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7033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💾  EBS Encryption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375818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1605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📋  CloudTrail Inactive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421538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6177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🌐  VPC Flow Logs 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467258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50749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🔄  KMS No Auto-Rotate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512978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532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✓  Scan Time: 1m 42s   ·   10/10 Checks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3A3A3"/>
                </a:solidFill>
              </a:rPr>
              <a:t>Right now, as you read this slide...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78% of AWS accounts have at least
one CRITICAL security misconfiguration.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Is yours one of them?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88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547872"/>
            <a:ext cx="2606040" cy="2377440"/>
          </a:xfrm>
          <a:prstGeom prst="rect">
            <a:avLst/>
          </a:prstGeom>
          <a:solidFill>
            <a:srgbClr val="1616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$4.5M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0740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Average cost of
a cloud data breach
(IBM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3547872"/>
            <a:ext cx="2606040" cy="2377440"/>
          </a:xfrm>
          <a:prstGeom prst="rect">
            <a:avLst/>
          </a:prstGeom>
          <a:solidFill>
            <a:srgbClr val="1616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703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97316"/>
                </a:solidFill>
              </a:rPr>
              <a:t>2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40740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Average time to
detect a CRITICAL
misconfiguration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547872"/>
            <a:ext cx="2606040" cy="2377440"/>
          </a:xfrm>
          <a:prstGeom prst="rect">
            <a:avLst/>
          </a:prstGeom>
          <a:solidFill>
            <a:srgbClr val="161616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AB308"/>
                </a:solidFill>
              </a:rPr>
              <a:t>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0740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Of breaches involve
misconfigured cloud
resources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3547872"/>
            <a:ext cx="2606040" cy="2377440"/>
          </a:xfrm>
          <a:prstGeom prst="rect">
            <a:avLst/>
          </a:prstGeom>
          <a:solidFill>
            <a:srgbClr val="16161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70332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D399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0740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Seconds it takes an
attacker to find
an open S3 bucket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4476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VigiliCloud finds every one of these issues in under 2 minutes — and tells you exactly how to fix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AWS misconfigurations are silently destroying businesses —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5614416" cy="2487168"/>
          </a:xfrm>
          <a:prstGeom prst="rect">
            <a:avLst/>
          </a:prstGeom>
          <a:solidFill>
            <a:srgbClr val="1616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5614416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996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48255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Teams don't know what's exposed.
No central view of who has admin access,
what's publicly accessible, or what's unencrypted.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35808"/>
            <a:ext cx="5248656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108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F4444"/>
                </a:solidFill>
              </a:rPr>
              <a:t>📊  68% of companies don't know their full AWS security posture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298448"/>
            <a:ext cx="5614416" cy="2487168"/>
          </a:xfrm>
          <a:prstGeom prst="rect">
            <a:avLst/>
          </a:prstGeom>
          <a:solidFill>
            <a:srgbClr val="1616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298448"/>
            <a:ext cx="561441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630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996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Remediation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048255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Existing tools give you alerts but
no guidance. Engineers know something is
wrong but don't know exactly how to fix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3096" y="3035808"/>
            <a:ext cx="5248656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3108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97316"/>
                </a:solidFill>
              </a:rPr>
              <a:t>📊  Average remediation time: 14 days when guidance is missing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50208"/>
            <a:ext cx="5614416" cy="2487168"/>
          </a:xfrm>
          <a:prstGeom prst="rect">
            <a:avLst/>
          </a:prstGeom>
          <a:solidFill>
            <a:srgbClr val="161616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950208"/>
            <a:ext cx="5614416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51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Manual Audits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00016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Manual security reviews take 2–3 days
and still miss things. They're expensive,
error-prone, and can't scale.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687568"/>
            <a:ext cx="5248656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760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AB308"/>
                </a:solidFill>
              </a:rPr>
              <a:t>📊  A DevOps engineer costs $150/hr — 2-day audit = $2,400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3950208"/>
            <a:ext cx="5614416" cy="2487168"/>
          </a:xfrm>
          <a:prstGeom prst="rect">
            <a:avLst/>
          </a:prstGeom>
          <a:solidFill>
            <a:srgbClr val="161616"/>
          </a:solidFill>
          <a:ln w="1270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216" y="3950208"/>
            <a:ext cx="5614416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4151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Compliance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700016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SOC2 and ISO 27001 audits require
evidence packages that take weeks to
collect manually — costing enterprise deals.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3096" y="5687568"/>
            <a:ext cx="5248656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5760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8BCF8"/>
                </a:solidFill>
              </a:rPr>
              <a:t>📊  Companies lose deals because they can't produce compliance evidence fast enough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I Built — VigiliCloud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 full production SaaS: from idea to live product to paying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3A3A3"/>
                </a:solidFill>
              </a:rPr>
              <a:t>Connect your AWS account → Run a full security scan → Get AI-powered fix guidance → Export compliance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2176272" cy="4160520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217627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9933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Connect AWS
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Create a read-only
IAM role. Paste ARN.
5 minutes,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4553712"/>
            <a:ext cx="1920240" cy="457200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No stored
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36118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8336" y="1874519"/>
            <a:ext cx="2176272" cy="4160520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88336" y="1874519"/>
            <a:ext cx="217627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19933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48716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Run Security
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0175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10 CIS checks run
in parallel across
your entire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4553712"/>
            <a:ext cx="1920240" cy="457200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~2 min
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36118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874519"/>
            <a:ext cx="2176272" cy="4160520"/>
          </a:xfrm>
          <a:prstGeom prst="rect">
            <a:avLst/>
          </a:prstGeom>
          <a:solidFill>
            <a:srgbClr val="161616"/>
          </a:solidFill>
          <a:ln w="1016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92624" y="1874519"/>
            <a:ext cx="2176272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4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CF8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9864" y="19933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248716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AI Analysis
(Claude)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30175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Executive summary,
risk priority, plain
English explanation.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9784" y="4553712"/>
            <a:ext cx="1920240" cy="457200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9784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Powered by
Claude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6118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2" y="1874519"/>
            <a:ext cx="2176272" cy="4160520"/>
          </a:xfrm>
          <a:prstGeom prst="rect">
            <a:avLst/>
          </a:prstGeom>
          <a:solidFill>
            <a:srgbClr val="16161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96912" y="1874519"/>
            <a:ext cx="217627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4072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19933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248716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Fix What's
Wrong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1504" y="30175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Exact AWS Console
path, CLI commands,
step-by-step guide.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4072" y="4553712"/>
            <a:ext cx="1920240" cy="457200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2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Fix time
&lt;1 day avg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611880"/>
            <a:ext cx="237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1874519"/>
            <a:ext cx="2176272" cy="4160520"/>
          </a:xfrm>
          <a:prstGeom prst="rect">
            <a:avLst/>
          </a:prstGeom>
          <a:solidFill>
            <a:srgbClr val="16161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1874519"/>
            <a:ext cx="21762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19933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2487168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Export
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5792" y="30175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CSV / JSON exports
for SOC2, ISO 27001
audit packages.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8360" y="4553712"/>
            <a:ext cx="1920240" cy="457200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45537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One-click
export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2362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</a:rPr>
              <a:t>✦  Live at app.vigilicloud.com  ·  Setup in 5 minutes  ·  No credit card for trial  ·  Works with any AWS account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Technical Architecture — Built Solo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Full-stack SaaS: FastAPI + Next.js + Claude AI + AWS boto3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CF8"/>
                </a:solidFill>
              </a:rPr>
              <a:t>Next.js 16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React, Tailwind 4
Dark theme, emerald
accents. Deployed
on Render CDN.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3337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74320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554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Python REST API
Session auth, rate
limiting, billing,
scan orchestration.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337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274320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4173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5544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Compliance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10 boto3 checks
run in parallel:
S3, IAM, EC2, RDS,
VPC, KMS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337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417320"/>
            <a:ext cx="269748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697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5544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Claude AI (Haiku)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01168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Anthropic SDK
Executive summary
per scan. Priority
risk analysis.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961888"/>
            <a:ext cx="11521440" cy="4572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035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25252"/>
                </a:solidFill>
              </a:rPr>
              <a:t>Infrastructure: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PostgreSQL
(Render)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Razorpay
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Resend Email
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AWS STS
AssumeRole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GitHub → Render
Auto-deploy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Python 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Next.js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React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Claude Haiku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AI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10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CIS 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Postgres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Production 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Solo-built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252"/>
                </a:solidFill>
              </a:rPr>
              <a:t>End-to-end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 Critical Security Checks — CIS AWS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Every check maps to SOC2, ISO 27001, and PCI DSS compliance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6367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S3 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Public buckets, ACLs,
exposed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17320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819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367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391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Access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Active root keys —
most critical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417320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819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7" y="16367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0391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IAM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Over-privileged roles,
unnecessary admin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1417320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5819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7" y="16367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0391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MFA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Missing MFA on users
and root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19" y="1417320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5819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163677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0391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Security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468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EC2 ports open to
0.0.0.0/0 internet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04488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69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412394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262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RDS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Unencrypted DBs,
publicly accessible 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904488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4069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12394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5262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EBS Encryption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9560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Unencrypted volumes,
missing default encryption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79" y="3904488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069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1847" y="412394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5262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CloudTrail Logging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9560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Inactive trails,
no log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199" y="3904488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59" y="4069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7" y="412394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59" y="45262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VPC Flow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59" y="49560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Network traffic
not logged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19" y="3904488"/>
            <a:ext cx="2194560" cy="2331720"/>
          </a:xfrm>
          <a:prstGeom prst="rect">
            <a:avLst/>
          </a:prstGeom>
          <a:solidFill>
            <a:srgbClr val="161616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40690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05288" y="412394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AB308"/>
                </a:solidFill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262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KMS Key Rotation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495604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Customer keys not
auto-rotating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AI-Powered Security Analysis — Powered by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Every scan generates an AI executive summary — plain English, prioritised, actionable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5394960" cy="5029200"/>
          </a:xfrm>
          <a:prstGeom prst="rect">
            <a:avLst/>
          </a:prstGeom>
          <a:solidFill>
            <a:srgbClr val="161616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❌  WITHOUT AI (Traditional Tools)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Finding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5798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arn:aws:s3:::my-company-data — PublicAccessBlockConfiguration.BlockPublicAcls: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Finding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arn:aws:iam::123456789:user/john — MFAActive: false, PasswordLastUsed: 2024-01-05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638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Finding 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0156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arn:aws:ec2::sg-0abc123 — IpRanges: [{'CidrIp': '0.0.0.0/0'}] port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85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Finding 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arn:aws:rds::db-prod — PubliclyAccessible: true, StorageEncrypted: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07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Finding #5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4515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arn:aws:iam::root — AccessKeys[0].Status: Active, CreateDate: 2021-06-15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</a:rP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25252"/>
                </a:solidFill>
              </a:rPr>
              <a:t>7 more raw API responses...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89888"/>
            <a:ext cx="5897880" cy="5029200"/>
          </a:xfrm>
          <a:prstGeom prst="rect">
            <a:avLst/>
          </a:prstGeom>
          <a:solidFill>
            <a:srgbClr val="062A1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389888"/>
            <a:ext cx="58978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4813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✅  WITH CLAUDE AI (VigiliCloud)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901952"/>
            <a:ext cx="5532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EXECUTIVE SUMMARY — Critical Action Required
Your AWS account has 5 CRITICAL and 4 HIGH severity
findings that expose you to immediate data breach risk.
TOP PRIORITY — FIX IMMEDIATELY:
1. Root access keys are ACTIVE — these must be deleted
   today. Active root keys give anyone who finds them
   total control of your AWS account.
2. S3 bucket 'my-company-data' is PUBLIC — all files
   are accessible to anyone on the internet right now.
3. RDS 'db-prod' is publicly accessible and unencrypted.
   Customer data may be exposed.
ESTIMATED RISK: $2.1M exposure based on data volume.
Estimated fix time with guidance: 4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20040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→
Claude
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3A3A3"/>
                </a:solidFill>
              </a:rPr>
              <a:t>Claude AI turns raw API data into an executive brief any CTO or auditor can act on immediately.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Features — All Live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Everything your security and compliance team needs — nothing extra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Claude AI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Generates plain-English executive
summary per scan. Priority scoring.
Risk explanation for non-technical stakeholders.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89888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9105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39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Instant Email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78608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CRITICAL finding? You're notified
by email within seconds of scan
completion. Zero missed incidents.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89888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591056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1396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Compliance Exports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578608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One-click CSV or JSON export of
all findings with resource IDs,
severity, and fix steps. SOC2-ready.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77056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2-Minute Full Scans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6577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All 10 CIS checks run in parallel
via boto3. Schedule daily auto-scans
for continuous posture monitoring.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77056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782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Stored Creds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06577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Read-only IAM role via AWS STS.
Credentials never stored — they
expire after each scan 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877056"/>
            <a:ext cx="3611880" cy="2304288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40782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62686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Guided Fix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065776"/>
            <a:ext cx="3246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Every finding includes: exact AWS
Console path, CLI command, and
step-by-step fix instructions.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 $50B market with a massive SMB gap — and perfect timing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3063240"/>
          </a:xfrm>
          <a:prstGeom prst="rect">
            <a:avLst/>
          </a:prstGeom>
          <a:solidFill>
            <a:srgbClr val="161616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82296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606"/>
                </a:solidFill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84831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</a:rPr>
              <a:t>$50B+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9992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Total cloud security
market (2026, +15% YoY)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703320" cy="306324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600200"/>
            <a:ext cx="822960" cy="411480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606"/>
                </a:solidFill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84831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BCF8"/>
                </a:solidFill>
              </a:rPr>
              <a:t>$8B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9992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SMB &amp; mid-market AWS
security — our segment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3703320" cy="3063240"/>
          </a:xfrm>
          <a:prstGeom prst="rect">
            <a:avLst/>
          </a:prstGeom>
          <a:solidFill>
            <a:srgbClr val="16161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600200"/>
            <a:ext cx="82296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600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606"/>
                </a:solidFill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084831"/>
            <a:ext cx="3383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4D399"/>
                </a:solidFill>
              </a:rPr>
              <a:t>$50M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9992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Realistic 5-year revenue
target with current GTM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11365992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73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⚡  Why NOW Is the Perfect Moment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✦ AWS adoption explosion: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2120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60% of SMBs moved to cloud post-2020 — millions of new accounts with no security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✦ SOC2 now mandatory: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2120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Enterprise deals now REQUIRE SOC2 evidence — compliance demand is at all-time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✦ AI makes this possible: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7150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Claude AI enables sophisticated security analysis accessible to non-security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✦ Zero SMB competitors: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7150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No AWS scanner exists at $99–$999/mo with AI guidance — the gap is wide 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Revenue Model — SaaS Subscription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Predictable recurring revenue across 3 tiers — 2-week free trial on all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3611880" cy="4846320"/>
          </a:xfrm>
          <a:prstGeom prst="rect">
            <a:avLst/>
          </a:prstGeom>
          <a:solidFill>
            <a:srgbClr val="161616"/>
          </a:solidFill>
          <a:ln w="8890">
            <a:solidFill>
              <a:srgbClr val="A3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A3A3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$99/mo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</a:rPr>
              <a:t>₹8,299/mo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Solo consultants
&amp; small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Up to 3 AWS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75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All 10 security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7822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CSV / JSON exports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Email alerts on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8289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Fix guidance for every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89888"/>
            <a:ext cx="3611880" cy="4846320"/>
          </a:xfrm>
          <a:prstGeom prst="rect">
            <a:avLst/>
          </a:prstGeom>
          <a:solidFill>
            <a:srgbClr val="062A1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225296"/>
            <a:ext cx="201168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435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★  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 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20240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$299/mo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</a:rPr>
              <a:t>₹24,999/mo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889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Teams managing
multiple environments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735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✓  Up to 10 AWS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75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✓  Everything in Starter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✓  Claude AI analysis per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✓  Scheduled daily auto-scans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88289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✓  Priority email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389888"/>
            <a:ext cx="3611880" cy="4846320"/>
          </a:xfrm>
          <a:prstGeom prst="rect">
            <a:avLst/>
          </a:prstGeom>
          <a:solidFill>
            <a:srgbClr val="161616"/>
          </a:solidFill>
          <a:ln w="889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150876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MSP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920240"/>
            <a:ext cx="3246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$999/mo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246888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</a:rPr>
              <a:t>₹83,499/mo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27889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Agencies &amp; managed
service providers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32735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Unlimited AWS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675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Everything in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07822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Multi-customer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44805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White-label ready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88289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✓  High-volume scanning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solidFill>
            <a:srgbClr val="062A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💎  ROI: One prevented S3 breach saves avg $4.5M. VigiliCloud Pro = $299/mo. That's 1,256x ROI on a single prevented incident.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Revenue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Conservative model based on direct outreach + ProductHunt launch + content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8686800" cy="3383280"/>
          </a:xfrm>
          <a:prstGeom prst="rect">
            <a:avLst/>
          </a:prstGeom>
          <a:solidFill>
            <a:srgbClr val="161616"/>
          </a:solidFill>
          <a:ln w="635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8532" y="4484028"/>
            <a:ext cx="678179" cy="60539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85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2432" y="4383129"/>
            <a:ext cx="678179" cy="16143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24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6332" y="4241870"/>
            <a:ext cx="678179" cy="302697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63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0232" y="4040071"/>
            <a:ext cx="678179" cy="5044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02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4132" y="3777733"/>
            <a:ext cx="678179" cy="76683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4132" y="3521701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41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3434675"/>
            <a:ext cx="678179" cy="11098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3178643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1932" y="3091617"/>
            <a:ext cx="678179" cy="14529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932" y="2835585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$10K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19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5832" y="2728380"/>
            <a:ext cx="678179" cy="181618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472348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$13K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58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9732" y="2365142"/>
            <a:ext cx="678179" cy="21794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9732" y="2109110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$16K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9732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3631" y="2022085"/>
            <a:ext cx="678179" cy="252248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3631" y="1766053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$18K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3631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7531" y="1618487"/>
            <a:ext cx="678179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7531" y="1362455"/>
            <a:ext cx="6781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</a:rPr>
              <a:t>$21K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7531" y="4562856"/>
            <a:ext cx="678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2"/>
                </a:solidFill>
              </a:rPr>
              <a:t>M12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956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2"/>
                </a:solidFill>
              </a:rPr>
              <a:t>Monthly Recurring Revenue (USD)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1417320"/>
            <a:ext cx="2514600" cy="4370832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Year 1 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1938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End-MRR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3888" y="1938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$21.7K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322576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2505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End-ARR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25054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$261K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2889504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30723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Customers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3888" y="307238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145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456432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3639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Avg ARPU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33888" y="36393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$150/mo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023360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Trial→Paid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3888" y="42062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4590288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4773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Churn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33888" y="47731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</a:rPr>
              <a:t>&lt;5%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5157216"/>
            <a:ext cx="2240280" cy="18288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166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3-Year Outlook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559552"/>
            <a:ext cx="2743200" cy="960120"/>
          </a:xfrm>
          <a:prstGeom prst="rect">
            <a:avLst/>
          </a:prstGeom>
          <a:solidFill>
            <a:srgbClr val="161616"/>
          </a:solidFill>
          <a:ln w="10160">
            <a:solidFill>
              <a:srgbClr val="A3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5559552"/>
            <a:ext cx="2743200" cy="45720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641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A3A3"/>
                </a:solidFill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16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145 customers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84248" y="5623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3A3A3"/>
                </a:solidFill>
              </a:rPr>
              <a:t>$261K ARR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5559552"/>
            <a:ext cx="2743200" cy="960120"/>
          </a:xfrm>
          <a:prstGeom prst="rect">
            <a:avLst/>
          </a:prstGeom>
          <a:solidFill>
            <a:srgbClr val="161616"/>
          </a:solidFill>
          <a:ln w="1016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91840" y="5559552"/>
            <a:ext cx="2743200" cy="45720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29000" y="5641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CF8"/>
                </a:solidFill>
              </a:rPr>
              <a:t>Year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5916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500 customers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64608" y="5623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8BCF8"/>
                </a:solidFill>
              </a:rPr>
              <a:t>$1.2M ARR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5559552"/>
            <a:ext cx="2743200" cy="960120"/>
          </a:xfrm>
          <a:prstGeom prst="rect">
            <a:avLst/>
          </a:prstGeom>
          <a:solidFill>
            <a:srgbClr val="16161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72200" y="5559552"/>
            <a:ext cx="27432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60" y="5641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Year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5916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1,500 customers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968" y="5623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$5.4M ARR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VigiliCloud is the only tool combining simplicity + AI guidance + compliance exports at SMB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417320"/>
            <a:ext cx="22768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463040"/>
            <a:ext cx="216712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A3A3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1417320"/>
            <a:ext cx="1545336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463040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VigiliCloud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417320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63040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A3A3"/>
                </a:solidFill>
              </a:rPr>
              <a:t>AWS Security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8152" y="1417320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1463040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A3A3"/>
                </a:solidFill>
              </a:rPr>
              <a:t>Prowler (OSS)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417320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1463040"/>
            <a:ext cx="14356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A3A3"/>
                </a:solidFill>
              </a:rPr>
              <a:t>Lacework / Wiz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417320"/>
            <a:ext cx="13624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463040"/>
            <a:ext cx="12527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A3A3"/>
                </a:solidFill>
              </a:rPr>
              <a:t>Manual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1956816"/>
            <a:ext cx="22768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048256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Setup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87752" y="1956816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0904" y="204825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5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1956816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1104" y="204825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Hours +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88152" y="1956816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304" y="204825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CLI 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8352" y="1956816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204825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Days + POC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8552" y="1956816"/>
            <a:ext cx="13624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2048256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2–3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487168"/>
            <a:ext cx="22768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2578608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Price / 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87752" y="2487168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60904" y="2578608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$99–$999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2487168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1104" y="2578608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$30–$1,000+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8152" y="2487168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1304" y="2578608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Free (DIY)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88352" y="2487168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2578608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$5K–$50K+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88552" y="2487168"/>
            <a:ext cx="13624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2578608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Your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3017520"/>
            <a:ext cx="22768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108960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Fix guidance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87752" y="3017520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60904" y="3108960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✔  Full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3017520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4" y="3108960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88152" y="3017520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304" y="3108960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88352" y="3017520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61504" y="3108960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△  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88552" y="3017520"/>
            <a:ext cx="13624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61704" y="3108960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3547872"/>
            <a:ext cx="22768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3639312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 analysis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87752" y="3547872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60904" y="3639312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✔  Claude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87952" y="3547872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61104" y="3639312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None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88152" y="3547872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61304" y="3639312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88352" y="3547872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61504" y="3639312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△  Some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8552" y="3547872"/>
            <a:ext cx="13624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61704" y="3639312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None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4078224"/>
            <a:ext cx="22768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169663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 expertise req.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87752" y="4078224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60904" y="4169663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✔  Anyone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87952" y="4078224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61104" y="4169663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AWS expert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88152" y="4078224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61304" y="4169663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Dev only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88352" y="4078224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4169663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Security eng.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4078224"/>
            <a:ext cx="13624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61704" y="4169663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Expert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" y="4608576"/>
            <a:ext cx="22768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4700016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Compliance export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87752" y="4608576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60904" y="470001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✔  CSV/JSON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87952" y="4608576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61104" y="470001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△  Partial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88152" y="4608576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61304" y="470001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Limited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88352" y="4608576"/>
            <a:ext cx="154533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61504" y="4700016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4D399"/>
                </a:solidFill>
              </a:rPr>
              <a:t>✔  Enterprise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4608576"/>
            <a:ext cx="1362456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61704" y="4700016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4D399"/>
                </a:solidFill>
              </a:rPr>
              <a:t>✔  Manual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6032" y="5138927"/>
            <a:ext cx="22768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9184" y="5230367"/>
            <a:ext cx="2185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SMB-accessible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87752" y="5138927"/>
            <a:ext cx="1545336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60904" y="5230367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✔  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87952" y="5138927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61104" y="5230367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△  Complex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88152" y="5138927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61304" y="5230367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Dev tool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88352" y="5138927"/>
            <a:ext cx="154533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61504" y="5230367"/>
            <a:ext cx="1453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✘  Enterprise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88552" y="5138927"/>
            <a:ext cx="1362456" cy="47548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61704" y="5230367"/>
            <a:ext cx="1271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4D399"/>
                </a:solidFill>
              </a:rPr>
              <a:t>✔  Yes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032" y="5797296"/>
            <a:ext cx="11676888" cy="384048"/>
          </a:xfrm>
          <a:prstGeom prst="rect">
            <a:avLst/>
          </a:prstGeom>
          <a:solidFill>
            <a:srgbClr val="062A1E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8912" y="587044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★  VigiliCloud is the ONLY tool with AI analysis + full fix guidance + compliance exports at under $1,000/month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Future Roadmap — From AWS Scanner to Cloud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4 phases to become the #1 cloud security platform for SMBs globally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2788920" cy="5047488"/>
          </a:xfrm>
          <a:prstGeom prst="rect">
            <a:avLst/>
          </a:prstGeom>
          <a:solidFill>
            <a:srgbClr val="062A1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7889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1508760"/>
            <a:ext cx="2459736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17904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74519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</a:rPr>
              <a:t>Phase 1
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77440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AWS Security Scanner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21488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10 CIS checks (live)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Claude AI analysis (live)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0740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Compliance exports (live)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6577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Billing + 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4747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1389888"/>
            <a:ext cx="2788920" cy="5047488"/>
          </a:xfrm>
          <a:prstGeom prst="rect">
            <a:avLst/>
          </a:prstGeom>
          <a:solidFill>
            <a:srgbClr val="081C38"/>
          </a:solidFill>
          <a:ln w="1524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389888"/>
            <a:ext cx="2788920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1508760"/>
            <a:ext cx="2459736" cy="274320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517904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Q3-Q4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1874519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CF8"/>
                </a:solidFill>
              </a:rPr>
              <a:t>Phase 2
Q3–Q4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377440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Multi-Cloud + 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8" y="2944368"/>
            <a:ext cx="2148840" cy="36576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309067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Azure &amp; GCP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374903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Slack / Teams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440740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Developer API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506577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MCP auto-fix proposals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4747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1389888"/>
            <a:ext cx="2788920" cy="5047488"/>
          </a:xfrm>
          <a:prstGeom prst="rect">
            <a:avLst/>
          </a:prstGeom>
          <a:solidFill>
            <a:srgbClr val="2A1000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0216" y="1389888"/>
            <a:ext cx="27889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64808" y="1508760"/>
            <a:ext cx="2459736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1517904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1874519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</a:rPr>
              <a:t>Phase 3
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2377440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Remediation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0256" y="2944368"/>
            <a:ext cx="2148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09067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One-click AI fix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374903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Jira / GitHub PR auto-create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440740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IaC scanning (Terraform/CDK)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506577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SOC2 Type II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8" y="34747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25252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1389888"/>
            <a:ext cx="2788920" cy="5047488"/>
          </a:xfrm>
          <a:prstGeom prst="rect">
            <a:avLst/>
          </a:prstGeom>
          <a:solidFill>
            <a:srgbClr val="160832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44584" y="1389888"/>
            <a:ext cx="2788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09176" y="1508760"/>
            <a:ext cx="245973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9176" y="1517904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VISION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9176" y="1874519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Phase 4
2027+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2377440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Enterprise Platform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64624" y="2944368"/>
            <a:ext cx="21488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73184" y="309067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White-label MSP mode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3184" y="374903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HIPAA / PCI check modules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3184" y="4407408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SIEM 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73184" y="5065776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▶  24/7 continuous monitoring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solidFill>
            <a:srgbClr val="160832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🚀  Phase 3 MCP Vision: Claude AI proposes fixes → you click APPROVE → Claude executes them automatically → auto-verify confirms resolution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VigiliCloud Matters —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Fortune 500 companies &amp; enterprises: here's where we fit in your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5614416" cy="2542032"/>
          </a:xfrm>
          <a:prstGeom prst="rect">
            <a:avLst/>
          </a:prstGeom>
          <a:solidFill>
            <a:srgbClr val="161616"/>
          </a:solidFill>
          <a:ln w="1016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614416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93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CF8"/>
                </a:solidFill>
              </a:rPr>
              <a:t>For Enterprise 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52486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Your portfolio companies, suppliers, and SMB partners run AWS without proper security posture checks. VigiliCloud gives them enterprise-grade security at SMB-accessible pricing — reducing YOUR supply chain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18688"/>
            <a:ext cx="5248656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29184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8BCF8"/>
                </a:solidFill>
              </a:rPr>
              <a:t>  Supply chain security is now a Board-level requirement. ISO 27001 mandates third-party risk management.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389888"/>
            <a:ext cx="5614416" cy="2542032"/>
          </a:xfrm>
          <a:prstGeom prst="rect">
            <a:avLst/>
          </a:prstGeom>
          <a:solidFill>
            <a:srgbClr val="16161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389888"/>
            <a:ext cx="5614416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57276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6093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For Strategic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139696"/>
            <a:ext cx="52486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White-label VigiliCloud under your brand. Offer AWS security scanning as a value-add service to your SMB clients. Turn our platform into your product — we handle the tech, you own the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3096" y="3218688"/>
            <a:ext cx="5248656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29184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4D399"/>
                </a:solidFill>
              </a:rPr>
              <a:t>  MSP tier supports unlimited accounts. White-label branding ready. Revenue share model available.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87368"/>
            <a:ext cx="5614416" cy="2542032"/>
          </a:xfrm>
          <a:prstGeom prst="rect">
            <a:avLst/>
          </a:prstGeom>
          <a:solidFill>
            <a:srgbClr val="16161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87368"/>
            <a:ext cx="5614416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7024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06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For Investment / Partnership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37176"/>
            <a:ext cx="52486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A solo-built, fully deployed, production SaaS with a clear $50B market, proven tech stack, 3-year revenue model, and a roadmap to AI-powered auto-remediation. Seed-stage with enterprise-grade architecture.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916168"/>
            <a:ext cx="5248656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98932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BBF24"/>
                </a:solidFill>
              </a:rPr>
              <a:t>  Year 1 target: $261K ARR. Year 3 target: $5.4M ARR. 1,500 customers at $300 avg ARPU.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4087368"/>
            <a:ext cx="5614416" cy="254203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216" y="4087368"/>
            <a:ext cx="561441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427024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4306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For Innovation Labs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837176"/>
            <a:ext cx="524865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VigiliCloud demonstrates what's possible when you combine AWS security expertise with Claude AI. The MCP Phase 2 roadmap — where AI proposes and executes fixes with one-click approval — is a new paradigm in security ops.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3096" y="5916168"/>
            <a:ext cx="5248656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598932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97316"/>
                </a:solidFill>
              </a:rPr>
              <a:t>  Built using Anthropic Claude + AWS STS + FastAPI + Next.js. Full Claude AI integration from day 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The question isn't whether your AWS
account has security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4D399"/>
                </a:solidFill>
              </a:rPr>
              <a:t>The question is: will you find them before an attacker does?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084831"/>
            <a:ext cx="39593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3566160" cy="2487168"/>
          </a:xfrm>
          <a:prstGeom prst="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🚀  Try VigiliCloud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app.vigilicloud.com
2-week trial — no credit card
Scan your first account in 5 mins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15968"/>
            <a:ext cx="32004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34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For potential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40280"/>
            <a:ext cx="3566160" cy="2487168"/>
          </a:xfrm>
          <a:prstGeom prst="rect">
            <a:avLst/>
          </a:prstGeom>
          <a:solidFill>
            <a:srgbClr val="081A38"/>
          </a:solidFill>
          <a:ln w="19050">
            <a:solidFill>
              <a:srgbClr val="38B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40280"/>
            <a:ext cx="3566160" cy="54864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CF8"/>
                </a:solidFill>
              </a:rPr>
              <a:t>🤝  Partner With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White-label partnership
MSP &amp; referral programs
leelakrishnakoppolu@gmail.com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315968"/>
            <a:ext cx="3200400" cy="292608"/>
          </a:xfrm>
          <a:prstGeom prst="rect">
            <a:avLst/>
          </a:prstGeom>
          <a:solidFill>
            <a:srgbClr val="38B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334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For agencies &amp; enterprises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240280"/>
            <a:ext cx="3566160" cy="2487168"/>
          </a:xfrm>
          <a:prstGeom prst="rect">
            <a:avLst/>
          </a:prstGeom>
          <a:solidFill>
            <a:srgbClr val="281E0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240280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💬  Let's Talk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346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15-minute call
Demo, investment, or ideas
calendly.com/leelakrishnakoppolu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315968"/>
            <a:ext cx="320040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334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For investors &amp; advisors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$50B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Market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78%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Accounts with CRITICAL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Security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2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Full AWS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$99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Starting price/mo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</a:rPr>
              <a:t>$4.5M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8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25252"/>
                </a:solidFill>
              </a:rPr>
              <a:t>Avg breach cost prevented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833872"/>
            <a:ext cx="11365992" cy="3657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</a:rPr>
              <a:t>Leela Krishna Koppolu  ·  leelakrishnakoppolu@gmail.com  ·  app.vigilicloud.com  · 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27648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VigiliCloud — AWS Security Intelligence for Every Business. Not Just Enterprise.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