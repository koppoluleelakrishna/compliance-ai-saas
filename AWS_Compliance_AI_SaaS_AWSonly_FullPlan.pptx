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(AWS-only)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AI fix plan → evidence pack → safe automation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expand into MCP governance after traction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078992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focus: AWS only • First customers: MSPs + SOC2 startups • Bootstrapped-friendly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AWS using a read-only role and collect configuration inventory.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high-signal checks (public exposure, IAM risk, logging/encryption).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AI remediation plan (IaC/CLI + rollback + blast-radius notes).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audit-ready evidence packs (SOC2/ISO) and security questionnaire drafts.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868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first (fastest path to revenue)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114300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MSPs / agencies managing many AWS accounts (bundle + resell).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preparing for SOC2 or enterprise deals (need evidence + fixes).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companies answering customer security questionnaires.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033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 (bootstrapped)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pain + clear ROI (reduce risk, speed audits, unblock sales).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MVP is shippable; expand with automation + evidence templates.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clean bridge to MCP governance (same approval + audit primitives).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AWS risk + audit work is still too manual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inside most teams: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Misconfigurations (public exposure, weak IAM, missing logging) appear and reappear as systems change.</a:t>
            </a:r>
            <a:endParaRPr lang="en-US" sz="17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lack time; engineering teams lack clear “what to fix first.”</a:t>
            </a:r>
            <a:endParaRPr lang="en-US" sz="17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is scattered across consoles, tickets, and docs.</a:t>
            </a:r>
            <a:endParaRPr lang="en-US" sz="17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questionnaires slow enterprise sales and renewals.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“scan → fix plan → evidence” into a single workflow that teams can run continuously.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modules (MVP → expand)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Scan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inventory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high-signal checks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ownership + history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AI Fix 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IaC/CLI snippets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steps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+ safety notes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868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Evidence Pack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1188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SOC2/ISO exports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drafts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(after MVP)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automation: create Jira tickets / GitHub PRs, guided remediation, drift monitoring.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for any write/destructive action; immutable audit trail for every change.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multi-tenant reporting + bundles.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journey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flow (what you demo on a call):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Connect AWS (read-only role) → inventory is collected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Scan → findings list + severity + owners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Click finding → AI fix plan (IaC/CLI + rollback + blast radius)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Optional: create ticket/PR (human reviews)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Re-scan → verify risk removed + store change record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Export evidence pack + answer questionnaires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“read” runs automatically. Any “write/destructive” action requires approvals + logs.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(first 6 months)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(sellable)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669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onboarding (read-only role) + account inventory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checks: public exposure + IAM risk + logging/encryption basics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severity, owner, history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remediation plan (IaC/CLI + rollback)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PDF/CSV evidence pack + change history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Slack/email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plans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(launch)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(Azure/GCP)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production changes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checks library (start narrow)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SIEM integrations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success metric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32918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Time-to-value &lt; 1 day: connect AWS → top risks → fix plan → export evidence.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(AWS-only, designed for future MCP)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Connector (read-only) → inventory snapshot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→ checks + severity + drift history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Planner → IaC/CLI + rollback + explanation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+ Audit → who approved, what changed, immutable logs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Exports → dashboard, alerts, evidence packs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40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605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remediation actions as reusable “tools” with approvals + audit. Later, the same engine governs MCP tool calls across enterprise systems.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“trending AI” the right 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that customers actually pay for: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planner: safe steps + IaC/CLI + rollback + impact notes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generator: SOC2/ISO control mapping + export packs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autofill: draft answers backed by scan evidence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risk explanation for non-security teams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(early): autonomous production changes without approvals.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 is phase 2: propose → approve → execute (least privilege) → verify → log.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 (AWS first → automation → MCP)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(20–30 calls)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checks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export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plans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templates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868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1188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Tickets/PR drafts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bundles + multi-tenant reporting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+ billing polish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+ content + partners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(12–24 months): MCP governance layer extends the same approval + audit engine to enterprise tools.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+ pricing (AWS-only)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channels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MSPs / agencies (bundle + resell)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startups (evidence + fixes)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outbound + content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offer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 AWS accounts + top risks + fix plan + evidence pack in 30 days.”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$2k–$10k pilot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$199–$999/mo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accounts +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868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(simple)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188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$49–$99/mo (1 account, basic scans)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$199–$499/mo (3–10 accounts, evidence packs)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MSP: $999+/mo (many accounts, multi-tenant reporting)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(illustrative, conservative)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snapshot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143000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280160"/>
                <a:gridCol w="914400"/>
                <a:gridCol w="91440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ARPA/mo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-$172K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-$232K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794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(edit to match reality): COGS ~20% (hosting + AI). Break-even depends on hiring speed and pricing.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4389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illustrative model, not a guarantee.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bridge to MCP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transition is natural: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today: actions = remediation steps (mostly AWS).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tomorrow: actions = tools across many enterprise apps.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 the same primitives: approvals, least privilege, and auditable logs.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reuse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engine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+ exports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“Actions as tools”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add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32004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 packs (Jira, Slack, GitHub, GDrive…) 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allowlists + policies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admin (RBAC, approvals at scale)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build the approval + audit layer first; connectors and marketplace come later.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+ mitigations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space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reduce trust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expectations are high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cycles can slow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18872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 (public exposure + IAM) and be best-in-class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precision + explainability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approvals + audit early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paid pilots before scaling build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for trust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default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for actions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rollback guidance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A34"/>
          </a:solidFill>
          <a:ln w="12700">
            <a:solidFill>
              <a:srgbClr val="101A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30 / 60 / 90 days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target accounts list (MSPs + SOC2 startups)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discovery calls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 15 checks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offer + landing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onboarding + scanner engine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exports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plan generator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paying pilots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868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11887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evidence templates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pricing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 MSPs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1430000" cy="18288"/>
          </a:xfrm>
          <a:prstGeom prst="rect">
            <a:avLst/>
          </a:prstGeom>
          <a:solidFill>
            <a:srgbClr val="2B3A6B"/>
          </a:solidFill>
          <a:ln w="12700">
            <a:solidFill>
              <a:srgbClr val="2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54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close 3 paying pilots, you have a business. Then scale features + move toward MCP.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Compliance AI SaaS → MCP (illustrative plan)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2026-02-20T19:01:39Z</dcterms:created>
  <dcterms:modified xsi:type="dcterms:W3CDTF">2026-02-20T19:01:39Z</dcterms:modified>
</cp:coreProperties>
</file>