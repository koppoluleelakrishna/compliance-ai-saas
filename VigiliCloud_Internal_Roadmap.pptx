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5486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VigiliCloud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0B981"/>
                </a:solidFill>
              </a:rPr>
              <a:t>Internal Roadmap &amp; Build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19072"/>
            <a:ext cx="86868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What's done. What's next. What Phase 2 (MCP) means.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</a:rPr>
              <a:t>Honest internal status across all planned features --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Status Key: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5643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6758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Feature is live on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456432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3383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36758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Partially built, needs 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256032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34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Highest priority to build 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114800"/>
            <a:ext cx="256032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43342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Confirmed for roadmap, not started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73168"/>
            <a:ext cx="25603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00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Phase 2 -- after product-market fit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4773168"/>
            <a:ext cx="256032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25312" y="4700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Needs external action to unblock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</a:rPr>
              <a:t>VigiliCloud  |  INTERNAL USE ONLY  |  Not for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Overall Progress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Where VigiliCloud stands today --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17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Core Product (Scanner + AI + Exports)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All MVP features are live on app.vigilicloud.com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700784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700784"/>
            <a:ext cx="62179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16459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197510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9/9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04288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304288"/>
            <a:ext cx="54864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Billing (Razorpay)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06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Code 100% done -- only Render env vars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542032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542032"/>
            <a:ext cx="544068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248716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8163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7/8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45536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45536"/>
            <a:ext cx="54864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Notifications (Email Alerts)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47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Email live via Resend -- domain email 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383280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3383280"/>
            <a:ext cx="544068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332841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</a:rPr>
              <a:t>87%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65760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7/8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986784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986784"/>
            <a:ext cx="54864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416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Advanced Features (Tickets/Drift/API)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89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Q3 2026 roadmap -- not MVP, expansion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4224528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87000" y="416966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4ED8"/>
                </a:solidFill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498848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0/8 done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828032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4828032"/>
            <a:ext cx="54864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882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MSP Multi-Tenant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230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Q4 2026 -- needed for MSP plan at scale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5065776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501091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</a:rPr>
              <a:t>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5340096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0/6 done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5669280"/>
            <a:ext cx="113659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5669280"/>
            <a:ext cx="54864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7241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Phase 2 MCP 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0716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2027+ -- the powerful Phase 2 vision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77639" y="5907024"/>
            <a:ext cx="621792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585216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</a:rP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6181344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0/6 done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6510528"/>
            <a:ext cx="11365992" cy="25603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65471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MVP is live and working. Billing needs 1 action (30 min). Advanced features are the growth roadmap -- not missing MVP requirements.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What's Done -- Core MVP (100% Live)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All of these are running right now on app.vigilicloud.com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3619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5389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AWS Account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Read-only IAM role + STS AssumeRole. ARN input, connection test, account listing. Zero credentials stored ever.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84248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84248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02082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10 Security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58568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S3 public access, Root keys, IAM permissions, MFA, Security Groups, RDS, EBS, CloudTrail, VPC Flow Logs, KMS rotation.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51176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551176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7004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8833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Parallel Scan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25496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All 10 checks run simultaneously via boto3. Severity classification (CRITICAL/HIGH/MEDIUM). Per-resource findings in database.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18104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118104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3697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5526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1546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Dashboard &amp; Findings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92424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Findings table with severity/service/status filters. FindingDetail panel with exact fix guidance for every finding.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685032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685032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803904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822192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72160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Claude AI Executive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59352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POST /scans/{id}/ai-analysis calls Claude Haiku. Generates plain-English executive summary with prioritised fixes.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51960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251960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370832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8912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2885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CSV / JSON 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526280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One-click compliance evidence download from scans page. All findings with resource IDs, severity, remediation steps.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818888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818888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937759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56048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855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Email Alerts on CRITICAL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093207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Resend API sends immediate email when CRITICAL findings are found. Configured via RESEND_API_KEY + FROM_EMAIL.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385816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385816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504688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52297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54223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Auth System (Session-based)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660136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Signup, signin, signout, /auth/me. Session cookies with TTL. Rate limiting on all auth endpoints. Admin seed on startup.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952744"/>
            <a:ext cx="11365992" cy="512064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5952744"/>
            <a:ext cx="54864" cy="5120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607161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089904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9893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</a:rPr>
              <a:t>Production 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6227064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Backend (FastAPI on Render) + UI (Next.js on Render). Auto-deploy from main branch GitHub pushes. Postgres database.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Razorpay Billing -- 87% Done (Code 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The code is 100% written. Only 6 environment variables are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What's already in the code (billing.py + deps.py):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196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Subscription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 /billing/subscribe -- creates Razorpay subscription for starter/pro/MSP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76856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276856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3134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Payment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14600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 /billing/verify-payment -- verifies HMAC signature after Razorpay checkout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70632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770632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8072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Webhook handler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08376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 /billing/webhook -- handles subscription.activated, halted, payment.captured events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64408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64408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300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Cancel subscription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02152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 /billing/cancel -- cancels at end of billing cycle, resets user plan to free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58184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758184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7947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Live status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995928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GET /billing/sync -- fetches live subscription status directly from Razorpay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51960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4251960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2885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Signature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489704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verify_razorpay_payment_signature() and verify_razorpay_webhook_signature() both implemented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745736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745736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7823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Plan ID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983480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RAZORPAY_PLAN_STARTER/PRO/MSP read from env vars -- plan IDs come from Razorpay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239512"/>
            <a:ext cx="71323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5239512"/>
            <a:ext cx="45720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2760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Billing status endpoint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77256"/>
            <a:ext cx="68762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GET /billing/status -- returns plan tier, account limit, sub ID, Razorpay config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1389888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The only remaining step: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1719072"/>
            <a:ext cx="4325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Add these 6 env vars to Render: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79" y="2057400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2103120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RAZORPAY_KEY_ID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240487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API Key ID from Razorpay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79" y="2807208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2127" y="2852927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RAZORPAY_KEY_SECRET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3154679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API Key Secret from Razorpay Dashboard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3557015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7" y="3602735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RAZORPAY_WEBHOOK_SECRET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3904487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Webhook secret from Razorpay -&gt; Webhooks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79" y="4306824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4352544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RAZORPAY_PLAN_STARTER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654296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Plan ID for the Starter plan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5056631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2127" y="5102351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RAZORPAY_PLAN_PRO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404103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Plan ID for the Pro plan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26679" y="5806440"/>
            <a:ext cx="4325112" cy="65836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82127" y="5852159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</a:rPr>
              <a:t>RAZORPAY_PLAN_MSP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6153912"/>
            <a:ext cx="4005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Plan ID for the MSP plan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26679" y="6601968"/>
            <a:ext cx="4325112" cy="137160"/>
          </a:xfrm>
          <a:prstGeom prst="rect">
            <a:avLst/>
          </a:prstGeom>
          <a:solidFill>
            <a:srgbClr val="ECFDF5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10528"/>
            <a:ext cx="7150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Steps: Razorpay Dashboard -&gt; Create Plans (Starter/Pro/MSP) -&gt; Copy Plan IDs -&gt; Render Dashboard -&gt; Backend Service -&gt; Environment -&gt; Add Variables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79" y="6309360"/>
            <a:ext cx="4325112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82127" y="63367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Time to complete: ~30 minutes. Then billing is 100% live.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What is MCP? Why is it Phase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Model Context Protocol -- NOT a failure, it's the biggest future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6D"/>
                </a:solidFill>
              </a:rPr>
              <a:t>MCP = Model Context Protocol (made by Anthropic, the company that makes Claude)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It's a standard that lets Claude AI connect to external tools -- Jira, GitHub, Slack, AWS CLI -- and take actions, not just suggest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84831"/>
            <a:ext cx="11365992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5614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TODAY (Phase 1) -- Claude TELLS you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3056" y="2212848"/>
            <a:ext cx="5614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PHASE 2 (MCP) -- Claude DOES it after you 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33472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1. VigiliCloud scans your AWS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633472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1. VigiliCloud scans your AWS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72384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2. Finds: S3 bucket 'my-data' is PUBLIC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3072384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2. Finds: S3 bucket 'my-data' is 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11296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3. Claude explains: 'This exposes all files to internet'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511296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3. Claude explains the risk AND proposes 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4. Claude shows: Run this CLI command to fix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3950208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</a:rPr>
              <a:t>4. You see: [APPROVE FIX] button -- one 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5. YOU manually copy-paste and run the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4389120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</a:rPr>
              <a:t>5. Claude executes the fix via MCP (with least privilege)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28031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6. YOU manually re-scan to verify it's fixed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4828031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</a:rPr>
              <a:t>6. Auto re-scan confirms fix, audit log records everything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05856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4ED8"/>
                </a:solidFill>
              </a:rPr>
              <a:t>Result: 6 steps, YOU do the actual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5705856"/>
            <a:ext cx="5522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</a:rPr>
              <a:t>Result: 4 steps, YOU just approve -- Claude does the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25896" y="2212848"/>
            <a:ext cx="36576" cy="4114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6144768"/>
            <a:ext cx="11365992" cy="56692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21792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The non-negotiable rule: Read runs automatically. Any write/fix action ALWAYS needs your approval first. Claude proposes, you decide, Claude executes.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5566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MCP is NOT 'AI doing things without permission' -- it's 'AI doing things with exactly one click of your approval, then doing it perfectly every time.'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Next Features to Build -- Q2 &amp; 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Ranked by impact. Highest value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603504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4864" cy="6035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581912"/>
            <a:ext cx="1024128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00200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538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Razorpay Env Vars on 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746504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Add 6 env vars to Render backend service. Billing goes live with zero code changes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453896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D4ED8"/>
                </a:solidFill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174650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No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75688"/>
            <a:ext cx="11365992" cy="603504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75688"/>
            <a:ext cx="54864" cy="6035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240280"/>
            <a:ext cx="1024128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258568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1122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Multi-Account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2404872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Single screen showing all connected accounts: risk score, last scan time, CRITICAL count, fix progress per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112264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D4ED8"/>
                </a:solidFill>
              </a:rPr>
              <a:t>2-3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404872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UI +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734056"/>
            <a:ext cx="11365992" cy="603504"/>
          </a:xfrm>
          <a:prstGeom prst="rect">
            <a:avLst/>
          </a:prstGeom>
          <a:solidFill>
            <a:srgbClr val="EFF6FF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734056"/>
            <a:ext cx="54864" cy="60350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2898648"/>
            <a:ext cx="1024128" cy="2560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916936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2770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Scheduled Daily Auto-Scans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3063240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Cron job scans all accounts daily. Email alert only if NEW critical findings appear since last scan.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770632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D4ED8"/>
                </a:solidFill>
              </a:rPr>
              <a:t>1-2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06324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392424"/>
            <a:ext cx="1136599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392424"/>
            <a:ext cx="54864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" y="3557016"/>
            <a:ext cx="102412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575304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Slack / Teams Webhook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3721608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User pastes their Slack webhook URL in Settings. CRITICAL findings posted to their #security channel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3429000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2-3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1472" y="3721608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Backend +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050791"/>
            <a:ext cx="1136599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050791"/>
            <a:ext cx="54864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0352" y="4215383"/>
            <a:ext cx="102412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233672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4208" y="4087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SOC2 Questionnaire Autofill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64208" y="4379976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AI reads scan evidence and pre-fills standard SOC2 questionnaire answers. Huge value for startup enterprise deals.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4087368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3-5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4379976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AI + 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709159"/>
            <a:ext cx="1136599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4709159"/>
            <a:ext cx="54864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0352" y="4873751"/>
            <a:ext cx="102412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892040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64208" y="47457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IaC Fix Snippets (Terraform / CDK)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64208" y="5038344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AI generates Terraform or CDK code to fix each finding -- not just CLI commands. Much higher value for DevOps teams.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91472" y="4745736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3-5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5038344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AI + UI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367528"/>
            <a:ext cx="1136599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5367528"/>
            <a:ext cx="54864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0352" y="5532120"/>
            <a:ext cx="102412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5550408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64208" y="5404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Drift Monitoring &amp; Change Timeline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64208" y="5696712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Track config changes between scans. Show when each finding first appeared and what changed. Timeline view per account.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5404104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4-6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696712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Backend + UI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6025896"/>
            <a:ext cx="11365992" cy="603504"/>
          </a:xfrm>
          <a:prstGeom prst="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6025896"/>
            <a:ext cx="54864" cy="60350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0352" y="6190488"/>
            <a:ext cx="102412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6208776"/>
            <a:ext cx="1024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64208" y="60624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Developer API (REST + API Keys)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64208" y="6355080"/>
            <a:ext cx="7680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API keys for developers to trigger scans and pull findings programmatically. GitHub Actions integration possible.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6062472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</a:rPr>
              <a:t>3-4 days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91472" y="6355080"/>
            <a:ext cx="1207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</a:rPr>
              <a:t>Backend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Q4 2026 -- Approval Gates &amp; MSP Multi-Tenant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These two features significantly raise the product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Ticket Creation &amp; Approval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97706"/>
                </a:solidFill>
              </a:rPr>
              <a:t>Planned  |  Effort: 5-8 days  |  Unlocks: enterprise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57400"/>
            <a:ext cx="539496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54864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12264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Jira Ticket Auto-Creation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4048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Finding detected -&gt; Jira issue auto-created with: severity, resource ID, affected service, and fix steps pre-filled. Engineer just needs to click resolve.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53512"/>
            <a:ext cx="539496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953512"/>
            <a:ext cx="54864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083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GitHub PR Draft for IaC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30098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When a Terraform/CDK fix is generated, VigiliCloud opens a PR on your repo with the exact code changes. Engineer reviews and merges.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49624"/>
            <a:ext cx="539496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49624"/>
            <a:ext cx="54864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904487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Fix Approval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19709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Mark any AI-proposed fix as 'Needs Approval'. Assign to a team member. They get an email with one-click approve/reject. Full audit trail.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45736"/>
            <a:ext cx="539496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745736"/>
            <a:ext cx="54864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4800599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Immutable 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93207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Every scan, fix, approval, export logged with: timestamp, user, what changed, before/after values. Cannot be edited or deleted. SOC2 requirement.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641848"/>
            <a:ext cx="539496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641848"/>
            <a:ext cx="54864" cy="7863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5696712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Auto-Verify After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598932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After a fix is marked complete, VigiliCloud auto-triggers a re-scan of just that resource to confirm the finding is resolved. Closes the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1389888"/>
            <a:ext cx="5742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MSP Multi-Tenant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1719072"/>
            <a:ext cx="5742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97706"/>
                </a:solidFill>
              </a:rPr>
              <a:t>Planned  |  Effort: 1-2 weeks  |  Unlocks: $999/mo MSP plan at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05740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05740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21122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Client Account Groups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4048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Group accounts by client name. Each client has isolated accounts, scans, findings, and reports.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83464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283464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28895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MSP Overview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1821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One screen: all clients, worst risk score, last scan date, CRITICAL count, fix progress % per client.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61188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361188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36667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Per-Client Report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959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One-click branded PDF/CSV report per client. Ready to attach to a monthly email to your client.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38912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438912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44398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User Roles (Admin vs. Viewer)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736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Admin = full access. Viewer = read-only. Clients can optionally be given login to see their own results.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16636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516636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5221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White-Label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55138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Replace 'VigiliCloud' with MSP's own logo on all reports. Agencies resell the service under their brand.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5943600"/>
            <a:ext cx="5742432" cy="676656"/>
          </a:xfrm>
          <a:prstGeom prst="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35040" y="5943600"/>
            <a:ext cx="54864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59984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Usage Tracking Per Client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6291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Track scans and accounts per client for MSP billing. Know exactly which client uses what.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Phase 2 -- MCP Governance (2027+)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Claude doesn't just find problems -- it fixes them (with your approval)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6D"/>
                </a:solidFill>
              </a:rPr>
              <a:t>The full MCP execution flow (Phase 2):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719072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Scan
(reads AWS)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5416" y="2066543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828800"/>
            <a:ext cx="1719072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Finding
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2066543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1828800"/>
            <a:ext cx="1719072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Proposes
Exact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066543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1828800"/>
            <a:ext cx="1719072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You Click
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66543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2" y="1828800"/>
            <a:ext cx="1719072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MCP Executes
with Least Priv.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2066543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1828800"/>
            <a:ext cx="1719072" cy="8046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828800"/>
            <a:ext cx="17190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Auto-Verify
+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852928"/>
            <a:ext cx="11365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6D"/>
                </a:solidFill>
              </a:rPr>
              <a:t>What this enables that Phase 1 cannot do: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4612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46120"/>
            <a:ext cx="54864" cy="8961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00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Fix S3 bucket in 1 click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64845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Claude applies Block Public Access to the bucket automatically. You just approve. No CLI needed.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24612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0216" y="3246120"/>
            <a:ext cx="54864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33009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Create Jira tickets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64845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Finding detected -&gt; Jira issue created with full details -&gt; assigned to right person -&gt; tracked to resolution.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25196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251960"/>
            <a:ext cx="54864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3068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Open GitHub PRs with code fixes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65429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Terraform/CDK code generated -&gt; PR opened on your repo -&gt; engineer reviews and merges -&gt; issue resolved.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0216" y="425196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0216" y="4251960"/>
            <a:ext cx="54864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3096" y="43068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Slack approval from your phone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465429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CRITICAL finding -&gt; Slack message with [APPROVE FIX] button -&gt; approve from Slack -&gt; Claude fixes 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25780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5257800"/>
            <a:ext cx="54864" cy="8961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3126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Multi-cloud (Azure + GCP)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66013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Same approval flow, same audit log -- but fixing misconfigs across Azure and GCP accounts too.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0216" y="5257800"/>
            <a:ext cx="5614416" cy="896112"/>
          </a:xfrm>
          <a:prstGeom prst="rect">
            <a:avLst/>
          </a:prstGeom>
          <a:solidFill>
            <a:srgbClr val="F5F3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0216" y="5257800"/>
            <a:ext cx="54864" cy="8961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3096" y="53126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SOC2 questionnaire answered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3096" y="5660136"/>
            <a:ext cx="52486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Enterprise customer sends security questionnaire -&gt; Claude fills all answers backed by scan evidence -&gt; you review and send.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144768"/>
            <a:ext cx="11365992" cy="566928"/>
          </a:xfrm>
          <a:prstGeom prst="rect">
            <a:avLst/>
          </a:prstGeom>
          <a:solidFill>
            <a:srgbClr val="EFF6FF"/>
          </a:solidFill>
          <a:ln w="19050">
            <a:solidFill>
              <a:srgbClr val="0F2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21792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76D"/>
                </a:solidFill>
              </a:rPr>
              <a:t>Why this creates an unbeatable moat: Competitors give you alerts. VigiliCloud Phase 2 closes the full loop from detection to verified fix -- with one click.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5566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MCP is already used by thousands of Claude integrations. We reuse Anthropic's standard -- zero infrastructure to build from scratch.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Master Roadmap Timeline -- All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From today's MVP to Phase 2 MCP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48256"/>
            <a:ext cx="113659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00784" y="1938528"/>
            <a:ext cx="237744" cy="237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NOW
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31136"/>
            <a:ext cx="278892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31136"/>
            <a:ext cx="27889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" y="2377440"/>
            <a:ext cx="2532888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496" y="2414016"/>
            <a:ext cx="877824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" y="242316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706624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Core scanner (10 checks)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" y="3364992"/>
            <a:ext cx="2532888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" y="3401568"/>
            <a:ext cx="877824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41071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694176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Claude AI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" y="4352544"/>
            <a:ext cx="2532888" cy="82296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6" y="4389120"/>
            <a:ext cx="877824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39826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681728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Exports + Email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" y="5340096"/>
            <a:ext cx="2532888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9496" y="5376672"/>
            <a:ext cx="877824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" y="5385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5669280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Razorpay env vars (30min)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2" y="1938528"/>
            <a:ext cx="237744" cy="2377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1389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Q3 2026
Jul-Sep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2231136"/>
            <a:ext cx="278892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2231136"/>
            <a:ext cx="278892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83864" y="2377440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83864" y="2414016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242316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4" y="2706624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Multi-account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3864" y="3364992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83864" y="3401568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83864" y="341071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75304" y="3694176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Scheduled daily scans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3864" y="4352544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83864" y="4389120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83864" y="439826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304" y="4681728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Slack/Teams alerts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83864" y="5340096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83864" y="5376672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83864" y="5385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75304" y="5669280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SOC2 questionnaire 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1938528"/>
            <a:ext cx="237744" cy="23774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0216" y="1389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Q4 2026
Oct-Dec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2231136"/>
            <a:ext cx="278892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0216" y="2231136"/>
            <a:ext cx="278892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8232" y="2377440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28232" y="2414016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242316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706624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Jira + GitHub PR drafts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28232" y="3364992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28232" y="3401568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28232" y="341071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9672" y="3694176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Approval gates + audit log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4352544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28232" y="4389120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28232" y="439826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9672" y="4681728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MSP multi-tenant mode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28232" y="5340096"/>
            <a:ext cx="2532888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28232" y="5376672"/>
            <a:ext cx="877824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28232" y="5385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9672" y="5669280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Developer API access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33888" y="1938528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44584" y="1389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2027+
Phase 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44584" y="2231136"/>
            <a:ext cx="2788920" cy="42793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44584" y="2231136"/>
            <a:ext cx="27889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72600" y="2377440"/>
            <a:ext cx="2532888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72600" y="2414016"/>
            <a:ext cx="877824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72600" y="2423160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64040" y="2706624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MCP execution engine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72600" y="3364992"/>
            <a:ext cx="2532888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72600" y="3401568"/>
            <a:ext cx="877824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72600" y="3410712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3694176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Azure + GCP support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72600" y="4352544"/>
            <a:ext cx="2532888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372600" y="4389120"/>
            <a:ext cx="877824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72600" y="4398264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4040" y="4681728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White-label MSP mode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72600" y="5340096"/>
            <a:ext cx="2532888" cy="82296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72600" y="5376672"/>
            <a:ext cx="877824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72600" y="5385816"/>
            <a:ext cx="877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64040" y="5669280"/>
            <a:ext cx="23225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HIPAA / PCI custom checks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6601968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</a:rPr>
              <a:t>Timelines are estimates. Features may shift based on customer feedback and which features drive most revenue.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2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Immediate Action Plan -- Next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0408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</a:rPr>
              <a:t>The highest-leverage tasks right now, in priority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9888"/>
            <a:ext cx="370332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73936"/>
            <a:ext cx="370332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184708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Add Razorpay env vars to Render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9152"/>
            <a:ext cx="804672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37744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Billing live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94436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992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Test full payment flow end-to-end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56432"/>
            <a:ext cx="804672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65575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47472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Verify subscribe + cancel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404164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9651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Set up vigilicloud.com email (Resend DNS)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53712"/>
            <a:ext cx="804672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6285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 hrs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457200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Replace onboarding@resend.dev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5138927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LinkedIn: 10 AWS consultant outreaches/day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50992"/>
            <a:ext cx="804672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6013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Daily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5669279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First paying customers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1389888"/>
            <a:ext cx="3703320" cy="3840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13898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1773936"/>
            <a:ext cx="370332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3128" y="184708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9019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Build multi-account dashboard UI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359152"/>
            <a:ext cx="804672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36829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2-3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8" y="237744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Required for Pro/MSP plan value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3128" y="294436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29992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Add scheduled scan cron job (backend)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456432"/>
            <a:ext cx="804672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465575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1-2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8968" y="347472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Automates daily scanning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53128" y="404164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09651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Create ProductHunt launch page + screenshots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553712"/>
            <a:ext cx="804672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56285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 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457200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Prepare for coordinated launch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5138927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519379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Build list of 30 target MSPs + SOC2 startups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650992"/>
            <a:ext cx="804672" cy="2194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66013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 hrs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58968" y="5669279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GTM foundation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9" y="1389888"/>
            <a:ext cx="37033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138988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3-4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19" y="1773936"/>
            <a:ext cx="370332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85047" y="184708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19" y="190195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ProductHunt + Hacker News launch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19" y="2359152"/>
            <a:ext cx="804672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19" y="236829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Launch 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90888" y="237744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Target: 1,000+ signups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85047" y="294436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19" y="29992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Add Slack webhook integration (Settings)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19" y="3456432"/>
            <a:ext cx="804672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19" y="3465575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2-3 days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90888" y="347472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Most common early ask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5047" y="4041648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19" y="409651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Cold email campaign to 30 target accounts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19" y="4553712"/>
            <a:ext cx="804672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03919" y="456285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90888" y="4572000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High-intent outreach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85047" y="5138927"/>
            <a:ext cx="3483864" cy="960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19" y="5193791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Close first 3 paying pilots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19" y="5650992"/>
            <a:ext cx="804672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03919" y="566013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90888" y="5669279"/>
            <a:ext cx="2450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75569"/>
                </a:solidFill>
              </a:rPr>
              <a:t>Decision gate: proves PMF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6583680"/>
            <a:ext cx="11365992" cy="2011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661111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Decision Gate: If 3 paying pilots close in 30 days -&gt; business proven. Double down on features + GTM. Original plan from Feb 2026.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